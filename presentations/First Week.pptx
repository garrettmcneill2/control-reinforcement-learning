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4"/>
  </p:normalViewPr>
  <p:slideViewPr>
    <p:cSldViewPr snapToGrid="0">
      <p:cViewPr varScale="1">
        <p:scale>
          <a:sx n="106" d="100"/>
          <a:sy n="106" d="100"/>
        </p:scale>
        <p:origin x="9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A2494-5F4D-7907-36F0-36EA9CD60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D3DB09-FEEB-9B11-6526-48C2A7A59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1230C-D9D1-0AA6-7C66-7AA52D71C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EF280-1AA2-804B-B622-AAC01DF3B710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0A02D-FF26-D4BA-8DE8-93A9758AC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06A0C-5570-BED2-4E55-B7CA193BF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7398C-6FC6-EA4B-85EA-FBFD2DA15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152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F4BF4-E661-77D6-7B22-839B5EA5A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09FB7-5EFD-C5F6-BD4D-8D927EC49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3FB67-50B6-43B1-AEF9-0911BED20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EF280-1AA2-804B-B622-AAC01DF3B710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2B043-2F3E-220A-03B1-064C812F1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DB45A-55D4-72A2-54F1-E7E5A0368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7398C-6FC6-EA4B-85EA-FBFD2DA15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77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84E31-2256-5825-72D5-C6102370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6674C-6BA6-25D9-050E-63B454DC0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87E4E-3A40-1ACF-50A2-58C214218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EF280-1AA2-804B-B622-AAC01DF3B710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A9CC6-421E-2674-8D5A-2B9DB55F4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D2A92-BAAA-E5E8-013E-227A05C4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7398C-6FC6-EA4B-85EA-FBFD2DA15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648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2BEFC-1F01-822E-7832-73ADB7810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829B3-6F24-60FA-9852-146A905D23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A4C9F9-6908-4C3E-2EEC-05F8EB0AF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11495-09A2-6F76-C003-4BE9E0EAB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EF280-1AA2-804B-B622-AAC01DF3B710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18F48-2657-CC48-613A-4CD77EF77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934B7-EEDD-51EF-B0ED-E2F85F411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7398C-6FC6-EA4B-85EA-FBFD2DA15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037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1BFAE-100F-101A-0A83-130A8F8DF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63842-BD5A-6BF7-4BA6-37D6BE678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C829C-BE60-11E2-C335-BA1F87D24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0E35F-6795-9D45-52CB-82B77AD90F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0D6D45-E95B-413C-94A3-394805C2D9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C74F7C-2484-8903-6B98-AEA0BC038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EF280-1AA2-804B-B622-AAC01DF3B710}" type="datetimeFigureOut">
              <a:rPr lang="en-US" smtClean="0"/>
              <a:t>5/29/26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9168D4-56CC-FFD9-49CC-3EC8632E3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2EAB42-4548-B8E6-4BAB-FE1CDE20F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7398C-6FC6-EA4B-85EA-FBFD2DA15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407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CF85B-9B0C-8D98-9F37-A9B5A22BC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71CF7B-64B7-DDE0-B09C-7ABA88778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EF280-1AA2-804B-B622-AAC01DF3B710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8A46F4-7625-3A3D-C4F6-7370AA2BE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38C19-A14C-0973-3ABF-C403263DE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7398C-6FC6-EA4B-85EA-FBFD2DA15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707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B71748-F6F6-2583-1B5F-D8BE652C1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EF280-1AA2-804B-B622-AAC01DF3B710}" type="datetimeFigureOut">
              <a:rPr lang="en-US" smtClean="0"/>
              <a:t>5/29/26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4EDE0A-7E09-151F-6C0A-4D97DBD7A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E0E21-2C7F-462D-4843-9B4DFAF4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7398C-6FC6-EA4B-85EA-FBFD2DA15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36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0CE16-1B18-48AC-2C67-1EA4707D1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C5F23-5451-E556-5C9C-1E816C55A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48417-2B66-C69A-4990-830649EC3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88C5F-F9CB-949D-80CC-F0CB5C54A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EF280-1AA2-804B-B622-AAC01DF3B710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BD151-EE6C-A42A-9648-473932B29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EC2007-F977-5BA4-7FA6-1D0816CE4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7398C-6FC6-EA4B-85EA-FBFD2DA15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02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FD7FF-46A4-CFE1-BAF0-0BD8FA120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BDDE03-49BC-3971-6DD5-78B915520C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76A7C-5156-D814-DADF-38A64BF302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1B4F75-AC02-BF53-8984-39B4F8F5D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EF280-1AA2-804B-B622-AAC01DF3B710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70694-1653-3E0B-D15B-B3FBEC657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D058A-4B18-67C1-4202-7875BC4C5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7398C-6FC6-EA4B-85EA-FBFD2DA15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1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2E22A-4AC5-B074-9B3B-577733EDB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1E5542-0936-0BBA-EC4A-921317A461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7D776-B80B-1BD3-DF26-CAFD60A57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EF280-1AA2-804B-B622-AAC01DF3B710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37D64-286C-51C7-02D6-314B9D9FC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D1BF6-8731-CD45-E98E-38821E13E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7398C-6FC6-EA4B-85EA-FBFD2DA15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957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65F119-E102-2530-8437-FF34B4C986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098D18-CBCC-77EE-E9B8-4F1809D6E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9F805-C322-4078-40E8-6F6F8C416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EF280-1AA2-804B-B622-AAC01DF3B710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E0EE1-7619-E627-BA23-79CB01DBE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4259D-C438-244D-4451-493B08459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7398C-6FC6-EA4B-85EA-FBFD2DA15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12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83387B-35AD-4C9F-6496-7895543CB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39ED95-2777-1DFA-AD14-FF60494A3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A719A-CC3B-56C5-CD89-FD7A81B4AD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4EF280-1AA2-804B-B622-AAC01DF3B710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C6EB3-D5E4-7969-B1FB-8E490D7B80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5A94E-33EE-6ADA-1FF5-F14B4D06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07398C-6FC6-EA4B-85EA-FBFD2DA15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11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BC68A-783E-515F-685E-F66CDB124E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1 Garrett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B4CE90-69C7-C80E-8D02-02390B9721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727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27A27-6146-CE48-F5CC-05865D35B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838CE-A175-22A1-B55B-5157946BC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multiple research papers and caught up on current literature to help define my research question. </a:t>
            </a:r>
          </a:p>
          <a:p>
            <a:r>
              <a:rPr lang="en-US" dirty="0"/>
              <a:t>Refreshed old class notes of classic machine learning techniques.</a:t>
            </a:r>
          </a:p>
          <a:p>
            <a:r>
              <a:rPr lang="en-US" dirty="0"/>
              <a:t>Developed research question. 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76383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72B6A-5F2F-86EF-CAC4-EEED3984D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Explainability in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4E775-CE99-0ED5-4CF5-9BFC60928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522368" cy="1603375"/>
          </a:xfrm>
        </p:spPr>
        <p:txBody>
          <a:bodyPr/>
          <a:lstStyle/>
          <a:p>
            <a:r>
              <a:rPr lang="en-US" dirty="0"/>
              <a:t>Interpretability - what a model did </a:t>
            </a:r>
          </a:p>
          <a:p>
            <a:r>
              <a:rPr lang="en-US" dirty="0"/>
              <a:t>Explainability - insight to why a model did that </a:t>
            </a:r>
          </a:p>
          <a:p>
            <a:r>
              <a:rPr lang="en-US" dirty="0"/>
              <a:t>Completeness – shows the operation of the system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242F8-C970-D983-F858-A2D91776041A}"/>
              </a:ext>
            </a:extLst>
          </p:cNvPr>
          <p:cNvSpPr txBox="1"/>
          <p:nvPr/>
        </p:nvSpPr>
        <p:spPr>
          <a:xfrm>
            <a:off x="838200" y="3563937"/>
            <a:ext cx="81493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We often balance tradeoffs between interpretability and explainability.  </a:t>
            </a:r>
          </a:p>
        </p:txBody>
      </p:sp>
    </p:spTree>
    <p:extLst>
      <p:ext uri="{BB962C8B-B14F-4D97-AF65-F5344CB8AC3E}">
        <p14:creationId xmlns:p14="http://schemas.microsoft.com/office/powerpoint/2010/main" val="3735256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78300-F199-46F7-E6E9-5A43A3002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Explainability in AI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E32E6-5607-2399-B43B-81E8D4931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Proxy Models </a:t>
            </a:r>
          </a:p>
          <a:p>
            <a:r>
              <a:rPr lang="en-US" dirty="0"/>
              <a:t>Salience Mapping</a:t>
            </a:r>
          </a:p>
          <a:p>
            <a:r>
              <a:rPr lang="en-US" dirty="0"/>
              <a:t>Transfer Learning </a:t>
            </a:r>
          </a:p>
          <a:p>
            <a:r>
              <a:rPr lang="en-US" dirty="0"/>
              <a:t>Attention Training / Disentanglement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965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C1FD4-1399-6CE1-8DEC-97714EB28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Energy Usage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22F8D-AB6A-A9D7-1021-C28BB9303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Lots of money in the pot.</a:t>
            </a:r>
          </a:p>
          <a:p>
            <a:r>
              <a:rPr lang="en-US" dirty="0"/>
              <a:t> OpenAI and Trump have dedicated $500 billion to building 10 new datacenters.</a:t>
            </a:r>
          </a:p>
          <a:p>
            <a:r>
              <a:rPr lang="en-US" dirty="0"/>
              <a:t> Apple plans to spend $500 billion on manufacturing and data centers for AI in the next 4 years.</a:t>
            </a:r>
          </a:p>
          <a:p>
            <a:r>
              <a:rPr lang="en-US" dirty="0"/>
              <a:t>Google estimates $75 billion this year alone ( article published in 2025 ).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055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B9004-3D47-73D7-7CA9-ACD599FBB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Energy Usage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BC585-0C55-9AAD-0DD9-C4404CD07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of the datacenters proposed by OpenAI / Trump could require 5 gigawatts, more than the total power needs of the state of New  Hampshire. </a:t>
            </a:r>
          </a:p>
          <a:p>
            <a:r>
              <a:rPr lang="en-US" dirty="0"/>
              <a:t>Combining all 10 gives more energy needed than every state except Texas, Florida, and California. </a:t>
            </a:r>
          </a:p>
          <a:p>
            <a:r>
              <a:rPr lang="en-US" dirty="0"/>
              <a:t>GPT-4 took over $100 million to train, and 50 gigawatt hours of power, which is enough to power San Fransico for 3 days.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757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A0A00-C061-A682-5C43-F13A9483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Energy Usage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C006B-079C-53F1-0C68-C044C4F95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so easy to estimate energy usage per query. </a:t>
            </a:r>
          </a:p>
          <a:p>
            <a:r>
              <a:rPr lang="en-US" dirty="0"/>
              <a:t>Factors like what datacenter it’s sent to, time of day, which power grid its connected to, etc. </a:t>
            </a:r>
          </a:p>
          <a:p>
            <a:r>
              <a:rPr lang="en-US" dirty="0"/>
              <a:t>Only people who really know how much is the companies deploying the models, who are not keen to share details. </a:t>
            </a:r>
          </a:p>
          <a:p>
            <a:r>
              <a:rPr lang="en-US" dirty="0"/>
              <a:t>Open-source models can be downloaded and tested with H100s, but this leaves out the power usage by the CPUs, fans, cooling system, and all other components in these centers.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546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A51A3-6601-8A2C-9865-449C1AA28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6A163-F276-9851-33D4-55CC3C5A3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Energy Usage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168B4-BD9A-90AD-B25F-B25D7A33F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Tested Llama 3.1 , 8 billion parameters. It is estimated to take 114 joules per text process with cooling accounted for. </a:t>
            </a:r>
          </a:p>
          <a:p>
            <a:r>
              <a:rPr lang="en-US" dirty="0"/>
              <a:t>The largest model they tested had 50 times the parameters, roughly over 400 billion. The responses required around 6.7k joules of energy per process. </a:t>
            </a:r>
          </a:p>
          <a:p>
            <a:r>
              <a:rPr lang="en-US" dirty="0"/>
              <a:t>Simple prompts consumed significantly less energy than more intensive processes.</a:t>
            </a:r>
          </a:p>
          <a:p>
            <a:r>
              <a:rPr lang="en-US" dirty="0"/>
              <a:t>For images though, the architecture is different and the prompt doesn’t affect the energy usage, only the model size.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666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CE95D-9C04-C502-974D-172FE2532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6489C-39BF-5100-5D94-9E550BBA5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Energy Usage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30079-77D5-C640-F5C6-C0B1AA25B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An image of 1024x1024 pixels takes ~2.3k joules of energy. Doubling the the quality by increasing the diffusion steps by 50 requires twice as much energy, ~4.4k joules. </a:t>
            </a:r>
          </a:p>
          <a:p>
            <a:r>
              <a:rPr lang="en-US" dirty="0"/>
              <a:t>The tested open-source video generation model CogVideoX takes about 3.4 million joules for a 5 second, 16 FPS video. </a:t>
            </a:r>
          </a:p>
          <a:p>
            <a:r>
              <a:rPr lang="en-US" dirty="0"/>
              <a:t>Since data centers need to be on 24/7 365 days a year, they don’t rely on forms of energy and rather turn to dirtier energy alternatives. </a:t>
            </a:r>
          </a:p>
          <a:p>
            <a:r>
              <a:rPr lang="en-US" dirty="0"/>
              <a:t>Carbon intensity of electricity used by data centers is 48% percent higher than the U.S average.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531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6F488-DB4C-9AB0-9CF7-557A49D27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AB653-5010-4A62-83FC-BA9130462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Energy Usage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820AA-6573-33E7-160B-A7B94C9A5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ChatGPT is now estimated to be the fifth most visited website. </a:t>
            </a:r>
          </a:p>
          <a:p>
            <a:r>
              <a:rPr lang="en-US" dirty="0"/>
              <a:t>OpenAI claims ChatGPT receives 1 billion messages a day, and their image generator receives 78 million images a day. </a:t>
            </a:r>
          </a:p>
          <a:p>
            <a:r>
              <a:rPr lang="en-US" dirty="0"/>
              <a:t>Here’s the issue – we could extrapolate our estimates , even be generous about how much energy they may use, and still have no idea how much they will actually need to use. </a:t>
            </a:r>
          </a:p>
          <a:p>
            <a:r>
              <a:rPr lang="en-US" dirty="0"/>
              <a:t>We will be giving tasks to “reasoning models” which have been shown to require 43x more energy on simple problems.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905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40FE0-D896-2789-BA4C-64A6C0586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37014-FC9D-AF0B-61C2-4042B8913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SAEs</a:t>
            </a:r>
          </a:p>
          <a:p>
            <a:r>
              <a:rPr lang="en-US" dirty="0"/>
              <a:t>Explainability </a:t>
            </a:r>
          </a:p>
          <a:p>
            <a:r>
              <a:rPr lang="en-US" dirty="0"/>
              <a:t>Tuning LLMS and with RL rather fine tuning for more resource constrained tasks. </a:t>
            </a:r>
          </a:p>
        </p:txBody>
      </p:sp>
    </p:spTree>
    <p:extLst>
      <p:ext uri="{BB962C8B-B14F-4D97-AF65-F5344CB8AC3E}">
        <p14:creationId xmlns:p14="http://schemas.microsoft.com/office/powerpoint/2010/main" val="1561171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614</Words>
  <Application>Microsoft Macintosh PowerPoint</Application>
  <PresentationFormat>Widescreen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Week 1 Garrett</vt:lpstr>
      <vt:lpstr>Overview </vt:lpstr>
      <vt:lpstr>Explainability in AI</vt:lpstr>
      <vt:lpstr>Explainability in AI </vt:lpstr>
      <vt:lpstr>AI Energy Usage </vt:lpstr>
      <vt:lpstr>AI Energy Usage </vt:lpstr>
      <vt:lpstr>AI Energy Usage </vt:lpstr>
      <vt:lpstr>AI Energy Usage </vt:lpstr>
      <vt:lpstr>AI Energy Usage </vt:lpstr>
      <vt:lpstr>AI Energy Usage </vt:lpstr>
      <vt:lpstr>My Research Question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Garrett McNeill</dc:creator>
  <cp:lastModifiedBy>Garrett McNeill</cp:lastModifiedBy>
  <cp:revision>1</cp:revision>
  <dcterms:created xsi:type="dcterms:W3CDTF">2026-05-29T14:26:00Z</dcterms:created>
  <dcterms:modified xsi:type="dcterms:W3CDTF">2026-05-29T17:00:07Z</dcterms:modified>
</cp:coreProperties>
</file>