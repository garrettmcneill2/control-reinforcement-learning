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8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599"/>
  </p:normalViewPr>
  <p:slideViewPr>
    <p:cSldViewPr snapToGrid="0">
      <p:cViewPr varScale="1">
        <p:scale>
          <a:sx n="95" d="100"/>
          <a:sy n="95" d="100"/>
        </p:scale>
        <p:origin x="200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938AC7-FF2B-43CE-899D-E5BB210D23FF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F439BDC-13EC-4FCC-BB2D-A00285BA7D70}">
      <dgm:prSet/>
      <dgm:spPr/>
      <dgm:t>
        <a:bodyPr/>
        <a:lstStyle/>
        <a:p>
          <a:r>
            <a:rPr lang="en-US"/>
            <a:t>CRL : Control Reinforcement Learning </a:t>
          </a:r>
        </a:p>
      </dgm:t>
    </dgm:pt>
    <dgm:pt modelId="{C322C06F-2E11-4CD1-AF78-0EC074D8E5D2}" type="parTrans" cxnId="{822D81A0-B9D4-4492-84CC-3998E6CEC657}">
      <dgm:prSet/>
      <dgm:spPr/>
      <dgm:t>
        <a:bodyPr/>
        <a:lstStyle/>
        <a:p>
          <a:endParaRPr lang="en-US"/>
        </a:p>
      </dgm:t>
    </dgm:pt>
    <dgm:pt modelId="{30DB1C2B-E019-4D95-B384-C423016718DE}" type="sibTrans" cxnId="{822D81A0-B9D4-4492-84CC-3998E6CEC657}">
      <dgm:prSet/>
      <dgm:spPr/>
      <dgm:t>
        <a:bodyPr/>
        <a:lstStyle/>
        <a:p>
          <a:endParaRPr lang="en-US"/>
        </a:p>
      </dgm:t>
    </dgm:pt>
    <dgm:pt modelId="{689974D9-7E60-4D97-AC08-FADEF7B57289}">
      <dgm:prSet/>
      <dgm:spPr/>
      <dgm:t>
        <a:bodyPr/>
        <a:lstStyle/>
        <a:p>
          <a:r>
            <a:rPr lang="en-US"/>
            <a:t>AFM : Adaptive Feature Masking</a:t>
          </a:r>
        </a:p>
      </dgm:t>
    </dgm:pt>
    <dgm:pt modelId="{7C771E1D-45E0-47DC-B2EF-ACB866590481}" type="parTrans" cxnId="{27BAA41B-7D6D-41E0-8344-B3DB4FD16BCC}">
      <dgm:prSet/>
      <dgm:spPr/>
      <dgm:t>
        <a:bodyPr/>
        <a:lstStyle/>
        <a:p>
          <a:endParaRPr lang="en-US"/>
        </a:p>
      </dgm:t>
    </dgm:pt>
    <dgm:pt modelId="{D94AB66E-03A7-414F-8818-CED0791A0852}" type="sibTrans" cxnId="{27BAA41B-7D6D-41E0-8344-B3DB4FD16BCC}">
      <dgm:prSet/>
      <dgm:spPr/>
      <dgm:t>
        <a:bodyPr/>
        <a:lstStyle/>
        <a:p>
          <a:endParaRPr lang="en-US"/>
        </a:p>
      </dgm:t>
    </dgm:pt>
    <dgm:pt modelId="{B5E17E6B-3426-4CE9-A8FF-0694C925CEE5}">
      <dgm:prSet/>
      <dgm:spPr/>
      <dgm:t>
        <a:bodyPr/>
        <a:lstStyle/>
        <a:p>
          <a:r>
            <a:rPr lang="en-US"/>
            <a:t>SFT : Standard Fine Tuning</a:t>
          </a:r>
        </a:p>
      </dgm:t>
    </dgm:pt>
    <dgm:pt modelId="{51A1850D-7556-4DC4-AA86-73311977E9D5}" type="parTrans" cxnId="{5B75EC81-4BD9-40C7-9FC2-442C811100EC}">
      <dgm:prSet/>
      <dgm:spPr/>
      <dgm:t>
        <a:bodyPr/>
        <a:lstStyle/>
        <a:p>
          <a:endParaRPr lang="en-US"/>
        </a:p>
      </dgm:t>
    </dgm:pt>
    <dgm:pt modelId="{687ACB9E-1CB0-42EA-B362-4124BAC89D16}" type="sibTrans" cxnId="{5B75EC81-4BD9-40C7-9FC2-442C811100EC}">
      <dgm:prSet/>
      <dgm:spPr/>
      <dgm:t>
        <a:bodyPr/>
        <a:lstStyle/>
        <a:p>
          <a:endParaRPr lang="en-US"/>
        </a:p>
      </dgm:t>
    </dgm:pt>
    <dgm:pt modelId="{03B6CEA0-4D4C-4B6C-BCB8-D94BE5FF9D66}">
      <dgm:prSet/>
      <dgm:spPr/>
      <dgm:t>
        <a:bodyPr/>
        <a:lstStyle/>
        <a:p>
          <a:r>
            <a:rPr lang="en-US"/>
            <a:t>S : State space</a:t>
          </a:r>
        </a:p>
      </dgm:t>
    </dgm:pt>
    <dgm:pt modelId="{D0F80CBA-1844-45AB-8E7A-C68D378CC982}" type="parTrans" cxnId="{F1DE258F-ADAD-446B-9533-4C53A729081E}">
      <dgm:prSet/>
      <dgm:spPr/>
      <dgm:t>
        <a:bodyPr/>
        <a:lstStyle/>
        <a:p>
          <a:endParaRPr lang="en-US"/>
        </a:p>
      </dgm:t>
    </dgm:pt>
    <dgm:pt modelId="{754F99A5-D26B-4A6D-A5AD-046CBE4A710E}" type="sibTrans" cxnId="{F1DE258F-ADAD-446B-9533-4C53A729081E}">
      <dgm:prSet/>
      <dgm:spPr/>
      <dgm:t>
        <a:bodyPr/>
        <a:lstStyle/>
        <a:p>
          <a:endParaRPr lang="en-US"/>
        </a:p>
      </dgm:t>
    </dgm:pt>
    <dgm:pt modelId="{1C8C8E7F-E13F-4DF2-B717-05733337021B}">
      <dgm:prSet/>
      <dgm:spPr/>
      <dgm:t>
        <a:bodyPr/>
        <a:lstStyle/>
        <a:p>
          <a:r>
            <a:rPr lang="en-US"/>
            <a:t>A : Action space</a:t>
          </a:r>
        </a:p>
      </dgm:t>
    </dgm:pt>
    <dgm:pt modelId="{15FCF879-0F5F-45CF-986D-FCAFBA1258C3}" type="parTrans" cxnId="{B426240F-A341-4EC5-A607-1AF711696853}">
      <dgm:prSet/>
      <dgm:spPr/>
      <dgm:t>
        <a:bodyPr/>
        <a:lstStyle/>
        <a:p>
          <a:endParaRPr lang="en-US"/>
        </a:p>
      </dgm:t>
    </dgm:pt>
    <dgm:pt modelId="{8682D169-2C6F-4DA7-ABE9-C8E79C92CA05}" type="sibTrans" cxnId="{B426240F-A341-4EC5-A607-1AF711696853}">
      <dgm:prSet/>
      <dgm:spPr/>
      <dgm:t>
        <a:bodyPr/>
        <a:lstStyle/>
        <a:p>
          <a:endParaRPr lang="en-US"/>
        </a:p>
      </dgm:t>
    </dgm:pt>
    <dgm:pt modelId="{CE586ED1-908E-4280-B650-F920AC964604}">
      <dgm:prSet/>
      <dgm:spPr/>
      <dgm:t>
        <a:bodyPr/>
        <a:lstStyle/>
        <a:p>
          <a:r>
            <a:rPr lang="en-US"/>
            <a:t>T : Transition Function</a:t>
          </a:r>
        </a:p>
      </dgm:t>
    </dgm:pt>
    <dgm:pt modelId="{8C113583-827E-4470-B943-A5CAD2990613}" type="parTrans" cxnId="{52DF4D47-D723-418F-9563-1361607D9B84}">
      <dgm:prSet/>
      <dgm:spPr/>
      <dgm:t>
        <a:bodyPr/>
        <a:lstStyle/>
        <a:p>
          <a:endParaRPr lang="en-US"/>
        </a:p>
      </dgm:t>
    </dgm:pt>
    <dgm:pt modelId="{2E90E04A-5CB1-4CE7-9E5C-2461F7DCEB4B}" type="sibTrans" cxnId="{52DF4D47-D723-418F-9563-1361607D9B84}">
      <dgm:prSet/>
      <dgm:spPr/>
      <dgm:t>
        <a:bodyPr/>
        <a:lstStyle/>
        <a:p>
          <a:endParaRPr lang="en-US"/>
        </a:p>
      </dgm:t>
    </dgm:pt>
    <dgm:pt modelId="{A6EEE940-7F12-438C-9EBA-CE7728F2E6C1}">
      <dgm:prSet/>
      <dgm:spPr/>
      <dgm:t>
        <a:bodyPr/>
        <a:lstStyle/>
        <a:p>
          <a:r>
            <a:rPr lang="en-US"/>
            <a:t>R : Reward Function</a:t>
          </a:r>
        </a:p>
      </dgm:t>
    </dgm:pt>
    <dgm:pt modelId="{DA709D64-668E-41CA-B802-67ACCFA6428C}" type="parTrans" cxnId="{AA67655D-5D50-4469-B83D-FDCC8FEC10CC}">
      <dgm:prSet/>
      <dgm:spPr/>
      <dgm:t>
        <a:bodyPr/>
        <a:lstStyle/>
        <a:p>
          <a:endParaRPr lang="en-US"/>
        </a:p>
      </dgm:t>
    </dgm:pt>
    <dgm:pt modelId="{26D3E45D-CAEA-4700-A6F7-441C161647FE}" type="sibTrans" cxnId="{AA67655D-5D50-4469-B83D-FDCC8FEC10CC}">
      <dgm:prSet/>
      <dgm:spPr/>
      <dgm:t>
        <a:bodyPr/>
        <a:lstStyle/>
        <a:p>
          <a:endParaRPr lang="en-US"/>
        </a:p>
      </dgm:t>
    </dgm:pt>
    <dgm:pt modelId="{F5E7B207-561F-4773-B56D-D231D4B13A65}">
      <dgm:prSet/>
      <dgm:spPr/>
      <dgm:t>
        <a:bodyPr/>
        <a:lstStyle/>
        <a:p>
          <a:r>
            <a:rPr lang="en-US"/>
            <a:t>c : Steering Co-efficent</a:t>
          </a:r>
        </a:p>
      </dgm:t>
    </dgm:pt>
    <dgm:pt modelId="{C8F3FF94-39AD-4C5D-A951-FF098FDA629F}" type="parTrans" cxnId="{D90F4BA2-1168-4856-BD8B-454A3FD55F16}">
      <dgm:prSet/>
      <dgm:spPr/>
      <dgm:t>
        <a:bodyPr/>
        <a:lstStyle/>
        <a:p>
          <a:endParaRPr lang="en-US"/>
        </a:p>
      </dgm:t>
    </dgm:pt>
    <dgm:pt modelId="{3E0BE23F-B710-4B47-8A45-A73704A2F48A}" type="sibTrans" cxnId="{D90F4BA2-1168-4856-BD8B-454A3FD55F16}">
      <dgm:prSet/>
      <dgm:spPr/>
      <dgm:t>
        <a:bodyPr/>
        <a:lstStyle/>
        <a:p>
          <a:endParaRPr lang="en-US"/>
        </a:p>
      </dgm:t>
    </dgm:pt>
    <dgm:pt modelId="{A668A82E-A623-6F44-914A-95A88D41FADC}" type="pres">
      <dgm:prSet presAssocID="{2F938AC7-FF2B-43CE-899D-E5BB210D23FF}" presName="vert0" presStyleCnt="0">
        <dgm:presLayoutVars>
          <dgm:dir/>
          <dgm:animOne val="branch"/>
          <dgm:animLvl val="lvl"/>
        </dgm:presLayoutVars>
      </dgm:prSet>
      <dgm:spPr/>
    </dgm:pt>
    <dgm:pt modelId="{B6072738-0D4E-7B44-AE87-D116A6BCB5ED}" type="pres">
      <dgm:prSet presAssocID="{0F439BDC-13EC-4FCC-BB2D-A00285BA7D70}" presName="thickLine" presStyleLbl="alignNode1" presStyleIdx="0" presStyleCnt="8"/>
      <dgm:spPr/>
    </dgm:pt>
    <dgm:pt modelId="{AB820945-B8D0-7046-9930-10102403FE16}" type="pres">
      <dgm:prSet presAssocID="{0F439BDC-13EC-4FCC-BB2D-A00285BA7D70}" presName="horz1" presStyleCnt="0"/>
      <dgm:spPr/>
    </dgm:pt>
    <dgm:pt modelId="{2FC181ED-60EA-E941-BF23-C780ED26E9A8}" type="pres">
      <dgm:prSet presAssocID="{0F439BDC-13EC-4FCC-BB2D-A00285BA7D70}" presName="tx1" presStyleLbl="revTx" presStyleIdx="0" presStyleCnt="8"/>
      <dgm:spPr/>
    </dgm:pt>
    <dgm:pt modelId="{B6A80963-3463-8C4B-926D-404CBBBB9DF7}" type="pres">
      <dgm:prSet presAssocID="{0F439BDC-13EC-4FCC-BB2D-A00285BA7D70}" presName="vert1" presStyleCnt="0"/>
      <dgm:spPr/>
    </dgm:pt>
    <dgm:pt modelId="{7A45B74D-37C4-944B-B110-D31B390355AE}" type="pres">
      <dgm:prSet presAssocID="{689974D9-7E60-4D97-AC08-FADEF7B57289}" presName="thickLine" presStyleLbl="alignNode1" presStyleIdx="1" presStyleCnt="8"/>
      <dgm:spPr/>
    </dgm:pt>
    <dgm:pt modelId="{90875753-8CEC-BE48-BE69-D9E48A77BE73}" type="pres">
      <dgm:prSet presAssocID="{689974D9-7E60-4D97-AC08-FADEF7B57289}" presName="horz1" presStyleCnt="0"/>
      <dgm:spPr/>
    </dgm:pt>
    <dgm:pt modelId="{FB9D0A74-0271-D541-AFD7-CE4CC56ED7A6}" type="pres">
      <dgm:prSet presAssocID="{689974D9-7E60-4D97-AC08-FADEF7B57289}" presName="tx1" presStyleLbl="revTx" presStyleIdx="1" presStyleCnt="8"/>
      <dgm:spPr/>
    </dgm:pt>
    <dgm:pt modelId="{EF412DDC-4304-674F-866B-03B69CC11510}" type="pres">
      <dgm:prSet presAssocID="{689974D9-7E60-4D97-AC08-FADEF7B57289}" presName="vert1" presStyleCnt="0"/>
      <dgm:spPr/>
    </dgm:pt>
    <dgm:pt modelId="{3B6EA145-D004-2144-A22E-BDEB097A30EF}" type="pres">
      <dgm:prSet presAssocID="{B5E17E6B-3426-4CE9-A8FF-0694C925CEE5}" presName="thickLine" presStyleLbl="alignNode1" presStyleIdx="2" presStyleCnt="8"/>
      <dgm:spPr/>
    </dgm:pt>
    <dgm:pt modelId="{7B0BEE5F-46E3-044B-B4C3-041C9489F252}" type="pres">
      <dgm:prSet presAssocID="{B5E17E6B-3426-4CE9-A8FF-0694C925CEE5}" presName="horz1" presStyleCnt="0"/>
      <dgm:spPr/>
    </dgm:pt>
    <dgm:pt modelId="{ECECC74D-826E-144A-B6E0-B0CF08661D5A}" type="pres">
      <dgm:prSet presAssocID="{B5E17E6B-3426-4CE9-A8FF-0694C925CEE5}" presName="tx1" presStyleLbl="revTx" presStyleIdx="2" presStyleCnt="8"/>
      <dgm:spPr/>
    </dgm:pt>
    <dgm:pt modelId="{386DBE99-37B5-B04D-BA49-2C490E82A03D}" type="pres">
      <dgm:prSet presAssocID="{B5E17E6B-3426-4CE9-A8FF-0694C925CEE5}" presName="vert1" presStyleCnt="0"/>
      <dgm:spPr/>
    </dgm:pt>
    <dgm:pt modelId="{9DDCDD99-6646-8E42-8B4B-95ACFF1AC2C6}" type="pres">
      <dgm:prSet presAssocID="{03B6CEA0-4D4C-4B6C-BCB8-D94BE5FF9D66}" presName="thickLine" presStyleLbl="alignNode1" presStyleIdx="3" presStyleCnt="8"/>
      <dgm:spPr/>
    </dgm:pt>
    <dgm:pt modelId="{0B3D825A-107B-B041-9101-CA7BF847695E}" type="pres">
      <dgm:prSet presAssocID="{03B6CEA0-4D4C-4B6C-BCB8-D94BE5FF9D66}" presName="horz1" presStyleCnt="0"/>
      <dgm:spPr/>
    </dgm:pt>
    <dgm:pt modelId="{870BEEAA-A1D5-9F4B-BE85-4A1E6B436681}" type="pres">
      <dgm:prSet presAssocID="{03B6CEA0-4D4C-4B6C-BCB8-D94BE5FF9D66}" presName="tx1" presStyleLbl="revTx" presStyleIdx="3" presStyleCnt="8"/>
      <dgm:spPr/>
    </dgm:pt>
    <dgm:pt modelId="{55986BE4-E6EF-E84A-A980-913D22D0E83D}" type="pres">
      <dgm:prSet presAssocID="{03B6CEA0-4D4C-4B6C-BCB8-D94BE5FF9D66}" presName="vert1" presStyleCnt="0"/>
      <dgm:spPr/>
    </dgm:pt>
    <dgm:pt modelId="{932BE4F5-0E40-D947-B247-752DCA90953F}" type="pres">
      <dgm:prSet presAssocID="{1C8C8E7F-E13F-4DF2-B717-05733337021B}" presName="thickLine" presStyleLbl="alignNode1" presStyleIdx="4" presStyleCnt="8"/>
      <dgm:spPr/>
    </dgm:pt>
    <dgm:pt modelId="{D1B20697-2147-0647-B795-7517BB6A6CF7}" type="pres">
      <dgm:prSet presAssocID="{1C8C8E7F-E13F-4DF2-B717-05733337021B}" presName="horz1" presStyleCnt="0"/>
      <dgm:spPr/>
    </dgm:pt>
    <dgm:pt modelId="{4ABFA403-777C-8F48-9E83-9A6AA150B26C}" type="pres">
      <dgm:prSet presAssocID="{1C8C8E7F-E13F-4DF2-B717-05733337021B}" presName="tx1" presStyleLbl="revTx" presStyleIdx="4" presStyleCnt="8"/>
      <dgm:spPr/>
    </dgm:pt>
    <dgm:pt modelId="{6F1EACC1-D5C7-2643-9BA6-6C73DCBE61A4}" type="pres">
      <dgm:prSet presAssocID="{1C8C8E7F-E13F-4DF2-B717-05733337021B}" presName="vert1" presStyleCnt="0"/>
      <dgm:spPr/>
    </dgm:pt>
    <dgm:pt modelId="{5CF29193-A833-AC41-8E58-F383533B3836}" type="pres">
      <dgm:prSet presAssocID="{CE586ED1-908E-4280-B650-F920AC964604}" presName="thickLine" presStyleLbl="alignNode1" presStyleIdx="5" presStyleCnt="8"/>
      <dgm:spPr/>
    </dgm:pt>
    <dgm:pt modelId="{1FBF1C0D-1A07-4B42-A084-2706B891899F}" type="pres">
      <dgm:prSet presAssocID="{CE586ED1-908E-4280-B650-F920AC964604}" presName="horz1" presStyleCnt="0"/>
      <dgm:spPr/>
    </dgm:pt>
    <dgm:pt modelId="{78D5B5D9-D7F2-F34D-8A8C-E5BDE0EAAB7D}" type="pres">
      <dgm:prSet presAssocID="{CE586ED1-908E-4280-B650-F920AC964604}" presName="tx1" presStyleLbl="revTx" presStyleIdx="5" presStyleCnt="8"/>
      <dgm:spPr/>
    </dgm:pt>
    <dgm:pt modelId="{5DB7BD3F-7D2A-2F47-B370-F1140D33AB73}" type="pres">
      <dgm:prSet presAssocID="{CE586ED1-908E-4280-B650-F920AC964604}" presName="vert1" presStyleCnt="0"/>
      <dgm:spPr/>
    </dgm:pt>
    <dgm:pt modelId="{E6201D1D-6F12-F844-8672-5DA82785359F}" type="pres">
      <dgm:prSet presAssocID="{A6EEE940-7F12-438C-9EBA-CE7728F2E6C1}" presName="thickLine" presStyleLbl="alignNode1" presStyleIdx="6" presStyleCnt="8"/>
      <dgm:spPr/>
    </dgm:pt>
    <dgm:pt modelId="{016D28F4-E28B-9841-882C-63B2DB67B1F1}" type="pres">
      <dgm:prSet presAssocID="{A6EEE940-7F12-438C-9EBA-CE7728F2E6C1}" presName="horz1" presStyleCnt="0"/>
      <dgm:spPr/>
    </dgm:pt>
    <dgm:pt modelId="{E79300BF-07DA-F04B-B392-1ABC69E17973}" type="pres">
      <dgm:prSet presAssocID="{A6EEE940-7F12-438C-9EBA-CE7728F2E6C1}" presName="tx1" presStyleLbl="revTx" presStyleIdx="6" presStyleCnt="8"/>
      <dgm:spPr/>
    </dgm:pt>
    <dgm:pt modelId="{E4E3D27A-D4E7-BB4D-A3AD-F445DAF5CB03}" type="pres">
      <dgm:prSet presAssocID="{A6EEE940-7F12-438C-9EBA-CE7728F2E6C1}" presName="vert1" presStyleCnt="0"/>
      <dgm:spPr/>
    </dgm:pt>
    <dgm:pt modelId="{DF33B795-B34E-714C-892E-24F395865AFD}" type="pres">
      <dgm:prSet presAssocID="{F5E7B207-561F-4773-B56D-D231D4B13A65}" presName="thickLine" presStyleLbl="alignNode1" presStyleIdx="7" presStyleCnt="8"/>
      <dgm:spPr/>
    </dgm:pt>
    <dgm:pt modelId="{B8694B53-F9F6-B040-B975-680903ACDB1F}" type="pres">
      <dgm:prSet presAssocID="{F5E7B207-561F-4773-B56D-D231D4B13A65}" presName="horz1" presStyleCnt="0"/>
      <dgm:spPr/>
    </dgm:pt>
    <dgm:pt modelId="{905E9177-0618-3E42-9154-090DF75AFFAC}" type="pres">
      <dgm:prSet presAssocID="{F5E7B207-561F-4773-B56D-D231D4B13A65}" presName="tx1" presStyleLbl="revTx" presStyleIdx="7" presStyleCnt="8"/>
      <dgm:spPr/>
    </dgm:pt>
    <dgm:pt modelId="{35E47DD3-E874-7343-8947-A4736BB17480}" type="pres">
      <dgm:prSet presAssocID="{F5E7B207-561F-4773-B56D-D231D4B13A65}" presName="vert1" presStyleCnt="0"/>
      <dgm:spPr/>
    </dgm:pt>
  </dgm:ptLst>
  <dgm:cxnLst>
    <dgm:cxn modelId="{B426240F-A341-4EC5-A607-1AF711696853}" srcId="{2F938AC7-FF2B-43CE-899D-E5BB210D23FF}" destId="{1C8C8E7F-E13F-4DF2-B717-05733337021B}" srcOrd="4" destOrd="0" parTransId="{15FCF879-0F5F-45CF-986D-FCAFBA1258C3}" sibTransId="{8682D169-2C6F-4DA7-ABE9-C8E79C92CA05}"/>
    <dgm:cxn modelId="{11776419-655C-104E-AF04-D094C0B399F4}" type="presOf" srcId="{0F439BDC-13EC-4FCC-BB2D-A00285BA7D70}" destId="{2FC181ED-60EA-E941-BF23-C780ED26E9A8}" srcOrd="0" destOrd="0" presId="urn:microsoft.com/office/officeart/2008/layout/LinedList"/>
    <dgm:cxn modelId="{27BAA41B-7D6D-41E0-8344-B3DB4FD16BCC}" srcId="{2F938AC7-FF2B-43CE-899D-E5BB210D23FF}" destId="{689974D9-7E60-4D97-AC08-FADEF7B57289}" srcOrd="1" destOrd="0" parTransId="{7C771E1D-45E0-47DC-B2EF-ACB866590481}" sibTransId="{D94AB66E-03A7-414F-8818-CED0791A0852}"/>
    <dgm:cxn modelId="{BA9F4841-508B-D14C-9EB0-B7560E29D723}" type="presOf" srcId="{1C8C8E7F-E13F-4DF2-B717-05733337021B}" destId="{4ABFA403-777C-8F48-9E83-9A6AA150B26C}" srcOrd="0" destOrd="0" presId="urn:microsoft.com/office/officeart/2008/layout/LinedList"/>
    <dgm:cxn modelId="{52DF4D47-D723-418F-9563-1361607D9B84}" srcId="{2F938AC7-FF2B-43CE-899D-E5BB210D23FF}" destId="{CE586ED1-908E-4280-B650-F920AC964604}" srcOrd="5" destOrd="0" parTransId="{8C113583-827E-4470-B943-A5CAD2990613}" sibTransId="{2E90E04A-5CB1-4CE7-9E5C-2461F7DCEB4B}"/>
    <dgm:cxn modelId="{2C3C8157-2CB0-1249-A0EA-001B5A8CEF38}" type="presOf" srcId="{03B6CEA0-4D4C-4B6C-BCB8-D94BE5FF9D66}" destId="{870BEEAA-A1D5-9F4B-BE85-4A1E6B436681}" srcOrd="0" destOrd="0" presId="urn:microsoft.com/office/officeart/2008/layout/LinedList"/>
    <dgm:cxn modelId="{0BCECE58-87FC-414D-BCCA-062B5B84130E}" type="presOf" srcId="{2F938AC7-FF2B-43CE-899D-E5BB210D23FF}" destId="{A668A82E-A623-6F44-914A-95A88D41FADC}" srcOrd="0" destOrd="0" presId="urn:microsoft.com/office/officeart/2008/layout/LinedList"/>
    <dgm:cxn modelId="{AA67655D-5D50-4469-B83D-FDCC8FEC10CC}" srcId="{2F938AC7-FF2B-43CE-899D-E5BB210D23FF}" destId="{A6EEE940-7F12-438C-9EBA-CE7728F2E6C1}" srcOrd="6" destOrd="0" parTransId="{DA709D64-668E-41CA-B802-67ACCFA6428C}" sibTransId="{26D3E45D-CAEA-4700-A6F7-441C161647FE}"/>
    <dgm:cxn modelId="{5B75EC81-4BD9-40C7-9FC2-442C811100EC}" srcId="{2F938AC7-FF2B-43CE-899D-E5BB210D23FF}" destId="{B5E17E6B-3426-4CE9-A8FF-0694C925CEE5}" srcOrd="2" destOrd="0" parTransId="{51A1850D-7556-4DC4-AA86-73311977E9D5}" sibTransId="{687ACB9E-1CB0-42EA-B362-4124BAC89D16}"/>
    <dgm:cxn modelId="{23DC2386-3A7C-BA46-A15F-474F92CB537D}" type="presOf" srcId="{689974D9-7E60-4D97-AC08-FADEF7B57289}" destId="{FB9D0A74-0271-D541-AFD7-CE4CC56ED7A6}" srcOrd="0" destOrd="0" presId="urn:microsoft.com/office/officeart/2008/layout/LinedList"/>
    <dgm:cxn modelId="{F1DE258F-ADAD-446B-9533-4C53A729081E}" srcId="{2F938AC7-FF2B-43CE-899D-E5BB210D23FF}" destId="{03B6CEA0-4D4C-4B6C-BCB8-D94BE5FF9D66}" srcOrd="3" destOrd="0" parTransId="{D0F80CBA-1844-45AB-8E7A-C68D378CC982}" sibTransId="{754F99A5-D26B-4A6D-A5AD-046CBE4A710E}"/>
    <dgm:cxn modelId="{822D81A0-B9D4-4492-84CC-3998E6CEC657}" srcId="{2F938AC7-FF2B-43CE-899D-E5BB210D23FF}" destId="{0F439BDC-13EC-4FCC-BB2D-A00285BA7D70}" srcOrd="0" destOrd="0" parTransId="{C322C06F-2E11-4CD1-AF78-0EC074D8E5D2}" sibTransId="{30DB1C2B-E019-4D95-B384-C423016718DE}"/>
    <dgm:cxn modelId="{D90F4BA2-1168-4856-BD8B-454A3FD55F16}" srcId="{2F938AC7-FF2B-43CE-899D-E5BB210D23FF}" destId="{F5E7B207-561F-4773-B56D-D231D4B13A65}" srcOrd="7" destOrd="0" parTransId="{C8F3FF94-39AD-4C5D-A951-FF098FDA629F}" sibTransId="{3E0BE23F-B710-4B47-8A45-A73704A2F48A}"/>
    <dgm:cxn modelId="{91D6BEAB-4CF4-E74D-947D-70515C4D7FD6}" type="presOf" srcId="{CE586ED1-908E-4280-B650-F920AC964604}" destId="{78D5B5D9-D7F2-F34D-8A8C-E5BDE0EAAB7D}" srcOrd="0" destOrd="0" presId="urn:microsoft.com/office/officeart/2008/layout/LinedList"/>
    <dgm:cxn modelId="{E99462B6-1920-1F4F-9136-AB784DA7EE03}" type="presOf" srcId="{B5E17E6B-3426-4CE9-A8FF-0694C925CEE5}" destId="{ECECC74D-826E-144A-B6E0-B0CF08661D5A}" srcOrd="0" destOrd="0" presId="urn:microsoft.com/office/officeart/2008/layout/LinedList"/>
    <dgm:cxn modelId="{268D6DCB-CB2B-E742-84A8-E87F8CAB3B35}" type="presOf" srcId="{F5E7B207-561F-4773-B56D-D231D4B13A65}" destId="{905E9177-0618-3E42-9154-090DF75AFFAC}" srcOrd="0" destOrd="0" presId="urn:microsoft.com/office/officeart/2008/layout/LinedList"/>
    <dgm:cxn modelId="{82DC01D6-67E9-254E-A6C7-85D8593543E9}" type="presOf" srcId="{A6EEE940-7F12-438C-9EBA-CE7728F2E6C1}" destId="{E79300BF-07DA-F04B-B392-1ABC69E17973}" srcOrd="0" destOrd="0" presId="urn:microsoft.com/office/officeart/2008/layout/LinedList"/>
    <dgm:cxn modelId="{CF9949D1-DB42-FC43-8A4E-4390492BCCF5}" type="presParOf" srcId="{A668A82E-A623-6F44-914A-95A88D41FADC}" destId="{B6072738-0D4E-7B44-AE87-D116A6BCB5ED}" srcOrd="0" destOrd="0" presId="urn:microsoft.com/office/officeart/2008/layout/LinedList"/>
    <dgm:cxn modelId="{8706E01D-E0F6-A14B-AF9B-248D1EF1058F}" type="presParOf" srcId="{A668A82E-A623-6F44-914A-95A88D41FADC}" destId="{AB820945-B8D0-7046-9930-10102403FE16}" srcOrd="1" destOrd="0" presId="urn:microsoft.com/office/officeart/2008/layout/LinedList"/>
    <dgm:cxn modelId="{CA4B6D27-0F21-F745-87AC-7580A3EEF7D7}" type="presParOf" srcId="{AB820945-B8D0-7046-9930-10102403FE16}" destId="{2FC181ED-60EA-E941-BF23-C780ED26E9A8}" srcOrd="0" destOrd="0" presId="urn:microsoft.com/office/officeart/2008/layout/LinedList"/>
    <dgm:cxn modelId="{146B84B3-A6AF-A641-BB7C-F48B2254EC74}" type="presParOf" srcId="{AB820945-B8D0-7046-9930-10102403FE16}" destId="{B6A80963-3463-8C4B-926D-404CBBBB9DF7}" srcOrd="1" destOrd="0" presId="urn:microsoft.com/office/officeart/2008/layout/LinedList"/>
    <dgm:cxn modelId="{7BCA40CD-5CBE-CA49-9E28-32DB8C7EDD27}" type="presParOf" srcId="{A668A82E-A623-6F44-914A-95A88D41FADC}" destId="{7A45B74D-37C4-944B-B110-D31B390355AE}" srcOrd="2" destOrd="0" presId="urn:microsoft.com/office/officeart/2008/layout/LinedList"/>
    <dgm:cxn modelId="{C7BA67E5-7ACF-AB4D-91D4-CC125F17B495}" type="presParOf" srcId="{A668A82E-A623-6F44-914A-95A88D41FADC}" destId="{90875753-8CEC-BE48-BE69-D9E48A77BE73}" srcOrd="3" destOrd="0" presId="urn:microsoft.com/office/officeart/2008/layout/LinedList"/>
    <dgm:cxn modelId="{2FB617BC-46E6-674F-BDA2-F8E1EFD04359}" type="presParOf" srcId="{90875753-8CEC-BE48-BE69-D9E48A77BE73}" destId="{FB9D0A74-0271-D541-AFD7-CE4CC56ED7A6}" srcOrd="0" destOrd="0" presId="urn:microsoft.com/office/officeart/2008/layout/LinedList"/>
    <dgm:cxn modelId="{A834715E-6E4B-F54A-BB3C-2DBE6EA4F980}" type="presParOf" srcId="{90875753-8CEC-BE48-BE69-D9E48A77BE73}" destId="{EF412DDC-4304-674F-866B-03B69CC11510}" srcOrd="1" destOrd="0" presId="urn:microsoft.com/office/officeart/2008/layout/LinedList"/>
    <dgm:cxn modelId="{4A5F38F2-7DF9-9448-B8D8-F8A596E1FF9A}" type="presParOf" srcId="{A668A82E-A623-6F44-914A-95A88D41FADC}" destId="{3B6EA145-D004-2144-A22E-BDEB097A30EF}" srcOrd="4" destOrd="0" presId="urn:microsoft.com/office/officeart/2008/layout/LinedList"/>
    <dgm:cxn modelId="{74C723DD-F34A-B34C-9730-9A443EE1FD79}" type="presParOf" srcId="{A668A82E-A623-6F44-914A-95A88D41FADC}" destId="{7B0BEE5F-46E3-044B-B4C3-041C9489F252}" srcOrd="5" destOrd="0" presId="urn:microsoft.com/office/officeart/2008/layout/LinedList"/>
    <dgm:cxn modelId="{53FF06A8-4CC0-3442-B924-B2A2BBD8A76A}" type="presParOf" srcId="{7B0BEE5F-46E3-044B-B4C3-041C9489F252}" destId="{ECECC74D-826E-144A-B6E0-B0CF08661D5A}" srcOrd="0" destOrd="0" presId="urn:microsoft.com/office/officeart/2008/layout/LinedList"/>
    <dgm:cxn modelId="{613D66E3-4326-554E-949A-9E266089173E}" type="presParOf" srcId="{7B0BEE5F-46E3-044B-B4C3-041C9489F252}" destId="{386DBE99-37B5-B04D-BA49-2C490E82A03D}" srcOrd="1" destOrd="0" presId="urn:microsoft.com/office/officeart/2008/layout/LinedList"/>
    <dgm:cxn modelId="{37979AE5-7770-094E-8D82-6D935F0C5023}" type="presParOf" srcId="{A668A82E-A623-6F44-914A-95A88D41FADC}" destId="{9DDCDD99-6646-8E42-8B4B-95ACFF1AC2C6}" srcOrd="6" destOrd="0" presId="urn:microsoft.com/office/officeart/2008/layout/LinedList"/>
    <dgm:cxn modelId="{D3DCBCC3-6055-7742-B447-AA86E5F51F8A}" type="presParOf" srcId="{A668A82E-A623-6F44-914A-95A88D41FADC}" destId="{0B3D825A-107B-B041-9101-CA7BF847695E}" srcOrd="7" destOrd="0" presId="urn:microsoft.com/office/officeart/2008/layout/LinedList"/>
    <dgm:cxn modelId="{7AD38397-958B-4A4B-800D-EB2852AD133C}" type="presParOf" srcId="{0B3D825A-107B-B041-9101-CA7BF847695E}" destId="{870BEEAA-A1D5-9F4B-BE85-4A1E6B436681}" srcOrd="0" destOrd="0" presId="urn:microsoft.com/office/officeart/2008/layout/LinedList"/>
    <dgm:cxn modelId="{88051619-35D4-1F43-942D-C51388E9685E}" type="presParOf" srcId="{0B3D825A-107B-B041-9101-CA7BF847695E}" destId="{55986BE4-E6EF-E84A-A980-913D22D0E83D}" srcOrd="1" destOrd="0" presId="urn:microsoft.com/office/officeart/2008/layout/LinedList"/>
    <dgm:cxn modelId="{9418D940-CD67-9B42-A6EF-035213F20FB0}" type="presParOf" srcId="{A668A82E-A623-6F44-914A-95A88D41FADC}" destId="{932BE4F5-0E40-D947-B247-752DCA90953F}" srcOrd="8" destOrd="0" presId="urn:microsoft.com/office/officeart/2008/layout/LinedList"/>
    <dgm:cxn modelId="{376BC7F6-143B-0343-A297-D6F048D0365E}" type="presParOf" srcId="{A668A82E-A623-6F44-914A-95A88D41FADC}" destId="{D1B20697-2147-0647-B795-7517BB6A6CF7}" srcOrd="9" destOrd="0" presId="urn:microsoft.com/office/officeart/2008/layout/LinedList"/>
    <dgm:cxn modelId="{5965E861-A830-6543-A040-94F3CF4629A9}" type="presParOf" srcId="{D1B20697-2147-0647-B795-7517BB6A6CF7}" destId="{4ABFA403-777C-8F48-9E83-9A6AA150B26C}" srcOrd="0" destOrd="0" presId="urn:microsoft.com/office/officeart/2008/layout/LinedList"/>
    <dgm:cxn modelId="{D86D6511-572D-E945-90DE-D94DBD3F85A1}" type="presParOf" srcId="{D1B20697-2147-0647-B795-7517BB6A6CF7}" destId="{6F1EACC1-D5C7-2643-9BA6-6C73DCBE61A4}" srcOrd="1" destOrd="0" presId="urn:microsoft.com/office/officeart/2008/layout/LinedList"/>
    <dgm:cxn modelId="{E154A34A-4636-084A-8534-13C25CCB3AF0}" type="presParOf" srcId="{A668A82E-A623-6F44-914A-95A88D41FADC}" destId="{5CF29193-A833-AC41-8E58-F383533B3836}" srcOrd="10" destOrd="0" presId="urn:microsoft.com/office/officeart/2008/layout/LinedList"/>
    <dgm:cxn modelId="{7E643E82-9457-6546-ABEF-CE4346FD8089}" type="presParOf" srcId="{A668A82E-A623-6F44-914A-95A88D41FADC}" destId="{1FBF1C0D-1A07-4B42-A084-2706B891899F}" srcOrd="11" destOrd="0" presId="urn:microsoft.com/office/officeart/2008/layout/LinedList"/>
    <dgm:cxn modelId="{ED8A9C81-E082-4E4D-809F-DBCDCE2BACE9}" type="presParOf" srcId="{1FBF1C0D-1A07-4B42-A084-2706B891899F}" destId="{78D5B5D9-D7F2-F34D-8A8C-E5BDE0EAAB7D}" srcOrd="0" destOrd="0" presId="urn:microsoft.com/office/officeart/2008/layout/LinedList"/>
    <dgm:cxn modelId="{C48A4BB0-37C0-0743-9A52-0D1482D76D5E}" type="presParOf" srcId="{1FBF1C0D-1A07-4B42-A084-2706B891899F}" destId="{5DB7BD3F-7D2A-2F47-B370-F1140D33AB73}" srcOrd="1" destOrd="0" presId="urn:microsoft.com/office/officeart/2008/layout/LinedList"/>
    <dgm:cxn modelId="{74C012B6-6421-1E40-9F12-E17E6980E0DE}" type="presParOf" srcId="{A668A82E-A623-6F44-914A-95A88D41FADC}" destId="{E6201D1D-6F12-F844-8672-5DA82785359F}" srcOrd="12" destOrd="0" presId="urn:microsoft.com/office/officeart/2008/layout/LinedList"/>
    <dgm:cxn modelId="{E1ADBE7A-26DE-F143-A528-53B28A57FC45}" type="presParOf" srcId="{A668A82E-A623-6F44-914A-95A88D41FADC}" destId="{016D28F4-E28B-9841-882C-63B2DB67B1F1}" srcOrd="13" destOrd="0" presId="urn:microsoft.com/office/officeart/2008/layout/LinedList"/>
    <dgm:cxn modelId="{77696689-1A05-2A4C-96EE-656B44E7F213}" type="presParOf" srcId="{016D28F4-E28B-9841-882C-63B2DB67B1F1}" destId="{E79300BF-07DA-F04B-B392-1ABC69E17973}" srcOrd="0" destOrd="0" presId="urn:microsoft.com/office/officeart/2008/layout/LinedList"/>
    <dgm:cxn modelId="{08865801-662A-EA48-9E26-018D54328D91}" type="presParOf" srcId="{016D28F4-E28B-9841-882C-63B2DB67B1F1}" destId="{E4E3D27A-D4E7-BB4D-A3AD-F445DAF5CB03}" srcOrd="1" destOrd="0" presId="urn:microsoft.com/office/officeart/2008/layout/LinedList"/>
    <dgm:cxn modelId="{FFD47FC1-07A0-5A46-9EA5-96F986D33492}" type="presParOf" srcId="{A668A82E-A623-6F44-914A-95A88D41FADC}" destId="{DF33B795-B34E-714C-892E-24F395865AFD}" srcOrd="14" destOrd="0" presId="urn:microsoft.com/office/officeart/2008/layout/LinedList"/>
    <dgm:cxn modelId="{D03FFCBD-5DA0-AC42-95E6-FEA0FE7B9DB5}" type="presParOf" srcId="{A668A82E-A623-6F44-914A-95A88D41FADC}" destId="{B8694B53-F9F6-B040-B975-680903ACDB1F}" srcOrd="15" destOrd="0" presId="urn:microsoft.com/office/officeart/2008/layout/LinedList"/>
    <dgm:cxn modelId="{AD1A3C3E-E283-7D41-98D1-97048FC40E91}" type="presParOf" srcId="{B8694B53-F9F6-B040-B975-680903ACDB1F}" destId="{905E9177-0618-3E42-9154-090DF75AFFAC}" srcOrd="0" destOrd="0" presId="urn:microsoft.com/office/officeart/2008/layout/LinedList"/>
    <dgm:cxn modelId="{5FB490BB-317E-BD47-A1EF-2F883C9E8387}" type="presParOf" srcId="{B8694B53-F9F6-B040-B975-680903ACDB1F}" destId="{35E47DD3-E874-7343-8947-A4736BB1748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072738-0D4E-7B44-AE87-D116A6BCB5ED}">
      <dsp:nvSpPr>
        <dsp:cNvPr id="0" name=""/>
        <dsp:cNvSpPr/>
      </dsp:nvSpPr>
      <dsp:spPr>
        <a:xfrm>
          <a:off x="0" y="0"/>
          <a:ext cx="77282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C181ED-60EA-E941-BF23-C780ED26E9A8}">
      <dsp:nvSpPr>
        <dsp:cNvPr id="0" name=""/>
        <dsp:cNvSpPr/>
      </dsp:nvSpPr>
      <dsp:spPr>
        <a:xfrm>
          <a:off x="0" y="0"/>
          <a:ext cx="7728267" cy="6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CRL : Control Reinforcement Learning </a:t>
          </a:r>
        </a:p>
      </dsp:txBody>
      <dsp:txXfrm>
        <a:off x="0" y="0"/>
        <a:ext cx="7728267" cy="635915"/>
      </dsp:txXfrm>
    </dsp:sp>
    <dsp:sp modelId="{7A45B74D-37C4-944B-B110-D31B390355AE}">
      <dsp:nvSpPr>
        <dsp:cNvPr id="0" name=""/>
        <dsp:cNvSpPr/>
      </dsp:nvSpPr>
      <dsp:spPr>
        <a:xfrm>
          <a:off x="0" y="635915"/>
          <a:ext cx="772826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9D0A74-0271-D541-AFD7-CE4CC56ED7A6}">
      <dsp:nvSpPr>
        <dsp:cNvPr id="0" name=""/>
        <dsp:cNvSpPr/>
      </dsp:nvSpPr>
      <dsp:spPr>
        <a:xfrm>
          <a:off x="0" y="635915"/>
          <a:ext cx="7728267" cy="6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AFM : Adaptive Feature Masking</a:t>
          </a:r>
        </a:p>
      </dsp:txBody>
      <dsp:txXfrm>
        <a:off x="0" y="635915"/>
        <a:ext cx="7728267" cy="635915"/>
      </dsp:txXfrm>
    </dsp:sp>
    <dsp:sp modelId="{3B6EA145-D004-2144-A22E-BDEB097A30EF}">
      <dsp:nvSpPr>
        <dsp:cNvPr id="0" name=""/>
        <dsp:cNvSpPr/>
      </dsp:nvSpPr>
      <dsp:spPr>
        <a:xfrm>
          <a:off x="0" y="1271831"/>
          <a:ext cx="772826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ECC74D-826E-144A-B6E0-B0CF08661D5A}">
      <dsp:nvSpPr>
        <dsp:cNvPr id="0" name=""/>
        <dsp:cNvSpPr/>
      </dsp:nvSpPr>
      <dsp:spPr>
        <a:xfrm>
          <a:off x="0" y="1271831"/>
          <a:ext cx="7728267" cy="6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SFT : Standard Fine Tuning</a:t>
          </a:r>
        </a:p>
      </dsp:txBody>
      <dsp:txXfrm>
        <a:off x="0" y="1271831"/>
        <a:ext cx="7728267" cy="635915"/>
      </dsp:txXfrm>
    </dsp:sp>
    <dsp:sp modelId="{9DDCDD99-6646-8E42-8B4B-95ACFF1AC2C6}">
      <dsp:nvSpPr>
        <dsp:cNvPr id="0" name=""/>
        <dsp:cNvSpPr/>
      </dsp:nvSpPr>
      <dsp:spPr>
        <a:xfrm>
          <a:off x="0" y="1907746"/>
          <a:ext cx="772826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0BEEAA-A1D5-9F4B-BE85-4A1E6B436681}">
      <dsp:nvSpPr>
        <dsp:cNvPr id="0" name=""/>
        <dsp:cNvSpPr/>
      </dsp:nvSpPr>
      <dsp:spPr>
        <a:xfrm>
          <a:off x="0" y="1907746"/>
          <a:ext cx="7728267" cy="6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S : State space</a:t>
          </a:r>
        </a:p>
      </dsp:txBody>
      <dsp:txXfrm>
        <a:off x="0" y="1907746"/>
        <a:ext cx="7728267" cy="635915"/>
      </dsp:txXfrm>
    </dsp:sp>
    <dsp:sp modelId="{932BE4F5-0E40-D947-B247-752DCA90953F}">
      <dsp:nvSpPr>
        <dsp:cNvPr id="0" name=""/>
        <dsp:cNvSpPr/>
      </dsp:nvSpPr>
      <dsp:spPr>
        <a:xfrm>
          <a:off x="0" y="2543662"/>
          <a:ext cx="7728267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BFA403-777C-8F48-9E83-9A6AA150B26C}">
      <dsp:nvSpPr>
        <dsp:cNvPr id="0" name=""/>
        <dsp:cNvSpPr/>
      </dsp:nvSpPr>
      <dsp:spPr>
        <a:xfrm>
          <a:off x="0" y="2543662"/>
          <a:ext cx="7728267" cy="6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A : Action space</a:t>
          </a:r>
        </a:p>
      </dsp:txBody>
      <dsp:txXfrm>
        <a:off x="0" y="2543662"/>
        <a:ext cx="7728267" cy="635915"/>
      </dsp:txXfrm>
    </dsp:sp>
    <dsp:sp modelId="{5CF29193-A833-AC41-8E58-F383533B3836}">
      <dsp:nvSpPr>
        <dsp:cNvPr id="0" name=""/>
        <dsp:cNvSpPr/>
      </dsp:nvSpPr>
      <dsp:spPr>
        <a:xfrm>
          <a:off x="0" y="3179577"/>
          <a:ext cx="77282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D5B5D9-D7F2-F34D-8A8C-E5BDE0EAAB7D}">
      <dsp:nvSpPr>
        <dsp:cNvPr id="0" name=""/>
        <dsp:cNvSpPr/>
      </dsp:nvSpPr>
      <dsp:spPr>
        <a:xfrm>
          <a:off x="0" y="3179577"/>
          <a:ext cx="7728267" cy="6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 : Transition Function</a:t>
          </a:r>
        </a:p>
      </dsp:txBody>
      <dsp:txXfrm>
        <a:off x="0" y="3179577"/>
        <a:ext cx="7728267" cy="635915"/>
      </dsp:txXfrm>
    </dsp:sp>
    <dsp:sp modelId="{E6201D1D-6F12-F844-8672-5DA82785359F}">
      <dsp:nvSpPr>
        <dsp:cNvPr id="0" name=""/>
        <dsp:cNvSpPr/>
      </dsp:nvSpPr>
      <dsp:spPr>
        <a:xfrm>
          <a:off x="0" y="3815492"/>
          <a:ext cx="772826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9300BF-07DA-F04B-B392-1ABC69E17973}">
      <dsp:nvSpPr>
        <dsp:cNvPr id="0" name=""/>
        <dsp:cNvSpPr/>
      </dsp:nvSpPr>
      <dsp:spPr>
        <a:xfrm>
          <a:off x="0" y="3815493"/>
          <a:ext cx="7728267" cy="6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R : Reward Function</a:t>
          </a:r>
        </a:p>
      </dsp:txBody>
      <dsp:txXfrm>
        <a:off x="0" y="3815493"/>
        <a:ext cx="7728267" cy="635915"/>
      </dsp:txXfrm>
    </dsp:sp>
    <dsp:sp modelId="{DF33B795-B34E-714C-892E-24F395865AFD}">
      <dsp:nvSpPr>
        <dsp:cNvPr id="0" name=""/>
        <dsp:cNvSpPr/>
      </dsp:nvSpPr>
      <dsp:spPr>
        <a:xfrm>
          <a:off x="0" y="4451408"/>
          <a:ext cx="772826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5E9177-0618-3E42-9154-090DF75AFFAC}">
      <dsp:nvSpPr>
        <dsp:cNvPr id="0" name=""/>
        <dsp:cNvSpPr/>
      </dsp:nvSpPr>
      <dsp:spPr>
        <a:xfrm>
          <a:off x="0" y="4451408"/>
          <a:ext cx="7728267" cy="6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c : Steering Co-efficent</a:t>
          </a:r>
        </a:p>
      </dsp:txBody>
      <dsp:txXfrm>
        <a:off x="0" y="4451408"/>
        <a:ext cx="7728267" cy="6359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5203BD-CF44-EB45-99AD-2844E8F3DDF5}" type="datetimeFigureOut">
              <a:rPr lang="en-US" smtClean="0"/>
              <a:t>7/1/26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A314D3-CCC0-5343-8E54-16E500ED3C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332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A314D3-CCC0-5343-8E54-16E500ED3C7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217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7731D-0577-004E-8F6D-5CC315B4EADA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82FDF-7293-ED42-8D1D-31F418EC7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8597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7731D-0577-004E-8F6D-5CC315B4EADA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82FDF-7293-ED42-8D1D-31F418EC7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222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7731D-0577-004E-8F6D-5CC315B4EADA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82FDF-7293-ED42-8D1D-31F418EC7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055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7731D-0577-004E-8F6D-5CC315B4EADA}" type="datetimeFigureOut">
              <a:rPr lang="en-US" smtClean="0"/>
              <a:t>7/1/26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82FDF-7293-ED42-8D1D-31F418EC7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23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7731D-0577-004E-8F6D-5CC315B4EADA}" type="datetimeFigureOut">
              <a:rPr lang="en-US" smtClean="0"/>
              <a:t>7/1/26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82FDF-7293-ED42-8D1D-31F418EC7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412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7731D-0577-004E-8F6D-5CC315B4EADA}" type="datetimeFigureOut">
              <a:rPr lang="en-US" smtClean="0"/>
              <a:t>7/1/26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82FDF-7293-ED42-8D1D-31F418EC7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43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7731D-0577-004E-8F6D-5CC315B4EADA}" type="datetimeFigureOut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82FDF-7293-ED42-8D1D-31F418EC7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825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7731D-0577-004E-8F6D-5CC315B4EADA}" type="datetimeFigureOut">
              <a:rPr lang="en-US" smtClean="0"/>
              <a:t>7/1/26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82FDF-7293-ED42-8D1D-31F418EC7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605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7731D-0577-004E-8F6D-5CC315B4EADA}" type="datetimeFigureOut">
              <a:rPr lang="en-US" smtClean="0"/>
              <a:t>7/1/26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82FDF-7293-ED42-8D1D-31F418EC7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689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7731D-0577-004E-8F6D-5CC315B4EADA}" type="datetimeFigureOut">
              <a:rPr lang="en-US" smtClean="0"/>
              <a:t>7/1/26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82FDF-7293-ED42-8D1D-31F418EC7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481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7731D-0577-004E-8F6D-5CC315B4EADA}" type="datetimeFigureOut">
              <a:rPr lang="en-US" smtClean="0"/>
              <a:t>7/1/26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82FDF-7293-ED42-8D1D-31F418EC7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870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A3D7731D-0577-004E-8F6D-5CC315B4EADA}" type="datetimeFigureOut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66D82FDF-7293-ED42-8D1D-31F418EC75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958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602.10437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56504-9BCD-ED67-94FB-EDD25C46D1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Control Reinforcement Learning with SAEs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D2B79C-DD85-E0C3-0D18-9B57A96AA1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Garrett McNeill </a:t>
            </a:r>
          </a:p>
          <a:p>
            <a:r>
              <a:rPr lang="en-US" dirty="0"/>
              <a:t>Paper : </a:t>
            </a:r>
            <a:r>
              <a:rPr lang="en-US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https://arxiv.org/pdf/2602.10437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474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28B15-A276-3B66-2E88-7224F086B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</p:spPr>
        <p:txBody>
          <a:bodyPr>
            <a:normAutofit/>
          </a:bodyPr>
          <a:lstStyle/>
          <a:p>
            <a:r>
              <a:rPr lang="en-US" dirty="0"/>
              <a:t>Terminology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725E516-3E04-192F-C7CE-BB0AE29473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3248852"/>
              </p:ext>
            </p:extLst>
          </p:nvPr>
        </p:nvGraphicFramePr>
        <p:xfrm>
          <a:off x="3759896" y="885459"/>
          <a:ext cx="7728267" cy="5087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16445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A7805-8F46-D57D-CE54-C585C0A25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SAEs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71B90-8B2E-A4C4-5448-7F5FC3225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Dependencies on datasets</a:t>
            </a:r>
          </a:p>
          <a:p>
            <a:r>
              <a:rPr lang="en-US" dirty="0"/>
              <a:t>Non adaptive steering co efficient's</a:t>
            </a:r>
          </a:p>
          <a:p>
            <a:r>
              <a:rPr lang="en-US" dirty="0"/>
              <a:t>Big Feature Libraries</a:t>
            </a:r>
          </a:p>
        </p:txBody>
      </p:sp>
    </p:spTree>
    <p:extLst>
      <p:ext uri="{BB962C8B-B14F-4D97-AF65-F5344CB8AC3E}">
        <p14:creationId xmlns:p14="http://schemas.microsoft.com/office/powerpoint/2010/main" val="4227354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CCC21-7366-C4CC-2823-3D24D6471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CRL solve the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DF945-E185-8C27-4EED-B03E225D2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CRL is an adaptive method that utilizes reinforcement learning</a:t>
            </a:r>
          </a:p>
          <a:p>
            <a:r>
              <a:rPr lang="en-US" dirty="0"/>
              <a:t>More dynamic than previous methods</a:t>
            </a:r>
          </a:p>
          <a:p>
            <a:r>
              <a:rPr lang="en-US" dirty="0"/>
              <a:t>Provides explainable logs about selection process </a:t>
            </a:r>
          </a:p>
          <a:p>
            <a:r>
              <a:rPr lang="en-US" dirty="0"/>
              <a:t>Can provide similar boost to SFT without re-training network parameters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791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D6D97-F347-DA0F-3308-3418B3472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it work?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BBC46-6172-5740-9019-72F7324403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CRL trains an actor and critic agent with PPO on feature selection</a:t>
            </a:r>
          </a:p>
          <a:p>
            <a:r>
              <a:rPr lang="en-US" dirty="0"/>
              <a:t>S : The residual stream of the transformer at the intervention layer</a:t>
            </a:r>
          </a:p>
          <a:p>
            <a:r>
              <a:rPr lang="en-US" dirty="0"/>
              <a:t>A : All the possible features to choose from </a:t>
            </a:r>
          </a:p>
          <a:p>
            <a:r>
              <a:rPr lang="en-US" dirty="0"/>
              <a:t>T : The forward pass of the network </a:t>
            </a:r>
          </a:p>
          <a:p>
            <a:r>
              <a:rPr lang="en-US" dirty="0"/>
              <a:t>R : The reward associated with the trained task ( benchmark )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705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2301D9-08BC-58B7-8726-50BE058B4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952" y="643466"/>
            <a:ext cx="10462095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4423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81577AD-DA5F-48B3-8FB9-5199BA9EE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65350"/>
            <a:ext cx="4642228" cy="5330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0DC44-9880-2ED0-6E1B-35CD25F00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249" y="1123837"/>
            <a:ext cx="4016116" cy="1255469"/>
          </a:xfrm>
        </p:spPr>
        <p:txBody>
          <a:bodyPr>
            <a:normAutofit/>
          </a:bodyPr>
          <a:lstStyle/>
          <a:p>
            <a:r>
              <a:rPr lang="en-US"/>
              <a:t>AFM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ADECA-640F-5D42-9741-6D5525002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249" y="2510395"/>
            <a:ext cx="4016116" cy="3274586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Action space is very large, causing problems in exploration</a:t>
            </a:r>
          </a:p>
          <a:p>
            <a:r>
              <a:rPr lang="en-US" dirty="0">
                <a:solidFill>
                  <a:srgbClr val="FFFFFF"/>
                </a:solidFill>
              </a:rPr>
              <a:t>AFM solves this by slowly expanding the valid actions to relevant features </a:t>
            </a:r>
          </a:p>
          <a:p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31CBD4-2D32-85C7-C386-DABEEAEE7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7463" y="2836516"/>
            <a:ext cx="6193767" cy="1176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0108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ABBB681-F4D2-40F2-ACC3-DE0B4B4880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388ED0-1FEF-4E11-B488-BD661D1AC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58470"/>
            <a:ext cx="11237976" cy="589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5B6BF19-126E-E664-E4A0-5410233896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5073" y="771434"/>
            <a:ext cx="7221855" cy="527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446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ABBB681-F4D2-40F2-ACC3-DE0B4B4880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388ED0-1FEF-4E11-B488-BD661D1AC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58470"/>
            <a:ext cx="11237976" cy="589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A8AEA3-DB3B-03DD-3C2B-618554DA6C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4805" y="1379703"/>
            <a:ext cx="10602391" cy="4055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703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345B45-BBD4-E3B5-ACCA-00FC8BBA8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ABBB681-F4D2-40F2-ACC3-DE0B4B4880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9388ED0-1FEF-4E11-B488-BD661D1AC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58470"/>
            <a:ext cx="11237976" cy="589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9C90D8F-BDCA-85AC-AEDC-F61A327676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0936" y="771434"/>
            <a:ext cx="8750129" cy="527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5463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9A6084-A17F-BEDC-9CB0-CF94B5954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ABBB681-F4D2-40F2-ACC3-DE0B4B4880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9388ED0-1FEF-4E11-B488-BD661D1AC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58470"/>
            <a:ext cx="11237976" cy="589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2056E8C-401E-3E95-A78B-5DFCB4BC1B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0555" y="771434"/>
            <a:ext cx="9330890" cy="527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572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DEC120-D380-AEE5-9005-E689FAB67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A88F572-950F-2845-889E-16B5E357B3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6912DF-5392-D2DD-AF52-316B7B0003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58470"/>
            <a:ext cx="11237976" cy="589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89E86-8B73-C7F1-B422-755FC7046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6500DE-5B72-7651-BAF1-DEFC15635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529" y="636270"/>
            <a:ext cx="9852942" cy="554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483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F7DC6E-3061-C5B3-B6D0-779CC69F4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2ABBB681-F4D2-40F2-ACC3-DE0B4B4880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388ED0-1FEF-4E11-B488-BD661D1AC1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58470"/>
            <a:ext cx="11237976" cy="589788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19DCB7-B067-57DD-C596-1AD9AFF900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39796" y="771434"/>
            <a:ext cx="6112409" cy="527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43227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169</TotalTime>
  <Words>186</Words>
  <Application>Microsoft Macintosh PowerPoint</Application>
  <PresentationFormat>Widescreen</PresentationFormat>
  <Paragraphs>31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Corbel</vt:lpstr>
      <vt:lpstr>Wingdings 2</vt:lpstr>
      <vt:lpstr>Frame</vt:lpstr>
      <vt:lpstr>Control Reinforcement Learning with SAEs</vt:lpstr>
      <vt:lpstr>Terminology </vt:lpstr>
      <vt:lpstr>Limitations of SAEs</vt:lpstr>
      <vt:lpstr>How does CRL solve the issues</vt:lpstr>
      <vt:lpstr>How does it work? </vt:lpstr>
      <vt:lpstr>PowerPoint Presentation</vt:lpstr>
      <vt:lpstr>AFM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Garrett McNeill</dc:creator>
  <cp:lastModifiedBy>Garrett McNeill</cp:lastModifiedBy>
  <cp:revision>2</cp:revision>
  <dcterms:created xsi:type="dcterms:W3CDTF">2026-07-01T13:12:29Z</dcterms:created>
  <dcterms:modified xsi:type="dcterms:W3CDTF">2026-07-01T16:02:26Z</dcterms:modified>
</cp:coreProperties>
</file>